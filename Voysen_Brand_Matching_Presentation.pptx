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Retailer rows by outcome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132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Exact match</c:v>
                  </c:pt>
                  <c:pt idx="1">
                    <c:v>Fuzzy — high conf.</c:v>
                  </c:pt>
                  <c:pt idx="2">
                    <c:v>Fuzzy — review band</c:v>
                  </c:pt>
                  <c:pt idx="3">
                    <c:v>New brand</c:v>
                  </c:pt>
                  <c:pt idx="4">
                    <c:v>Unlabeled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1564</c:v>
                </c:pt>
                <c:pt idx="1">
                  <c:v>8643</c:v>
                </c:pt>
                <c:pt idx="2">
                  <c:v>31264</c:v>
                </c:pt>
                <c:pt idx="3">
                  <c:v>228439</c:v>
                </c:pt>
                <c:pt idx="4">
                  <c:v>11050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DC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Association Engine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Reconciling the Voysen and retailer brand referentials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27432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</a:rPr>
              <a:t>Technical case — Lead Data Engineer / Data Scientist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5989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5B8"/>
                </a:solidFill>
              </a:rPr>
              <a:t>Sept 22,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</a:rPr>
              <a:t>THE BRIEF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referentials, one identity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D8CFB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6400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The task
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</a:rPr>
              <a:t>Reconcile 280,960 retailer brand rows (78 marketplaces) against 12,153 curated Voysen brands.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Two required outcomes
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</a:rPr>
              <a:t>1) Match retailer brands to existing Voysen brands.
2) Create a new Voysen brand when no real match exists.
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</a:rPr>
              <a:t>Association schema: (id_brand_voysen, brand_voysen, url_source, source) — one row per retailer entry.
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</a:rPr>
              <a:t>Constraint: as automated as possible, actually implemented, not just designed.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13203A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</a:rPr>
              <a:t>Why this is hard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51460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• No shared id between the two worlds
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• Free-text scraped brand fields: casing, accents, legal suffixes, typos, transliteration
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• 280,960 x 12,153 possible pairs = naive fuzzy matching is computationally unrealistic
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• Many 'brand' fields are actually product titles, not brands at all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actually reconciling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D8CF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12,153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Voysen brands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Curated, mostly beauty / wellness industry brand names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280,960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Retailer brand rows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71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Scraped from 78 marketplaces worldwide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87452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Retailer sources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971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Amazon (US/ES/IT/TR/BR...), pharmacies, specialty retailers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776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3203A"/>
                </a:solidFill>
              </a:rPr>
              <a:t>Key data-quality signals found during exploration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• A ready-made cleaned column, brand_source_used_for_matching, already exists — used as the primary matching key.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• Only ~4 rows missing a brand key; ~1,234 rows differ between the raw and cleaned brand field (translations, symbol stripping).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• Voysen's brand universe (skincare/beauty) and the retailer catalogs (general marketplace) overlap only partially by design — a large share of retailer 'brands' will legitimately be new.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three-stage, fully automated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D8CF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03A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</a:rPr>
              <a:t>Normalize + exact match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661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Fold accents, case, punctuation, legal suffixes → canonical key. Direct dictionary lookup against Voysen.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00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7C59"/>
                </a:solidFill>
              </a:rPr>
              <a:t>~0.6% of rows — cheap, unambiguous, zero false positives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210312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13203A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331720"/>
            <a:ext cx="457200" cy="4572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03A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9260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TF-IDF n-gram similarity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5661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</a:rPr>
              <a:t>Character 2-4 gram TF-IDF vectors + batched sparse cosine similarity — a compiled fuzzy-match library wasn't available offline, so this stays vectorized and scales to 280k x 12k.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4800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9A24B"/>
                </a:solidFill>
              </a:rPr>
              <a:t>Catches typos, spacing, partial legal names, transliteration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210312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2331720"/>
            <a:ext cx="457200" cy="4572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03A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29260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</a:rPr>
              <a:t>New brand creation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5661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Remaining unmatched names get a fresh sequential id. A data-quality guard flags sentence-like 'brands' (product titles) for review instead of polluting the referential.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4800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7C59"/>
                </a:solidFill>
              </a:rPr>
              <a:t>Every row still gets an association — nothing is dropped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every one of the 280,960 rows landed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D8CFB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0" y="1920240"/>
            <a:ext cx="4206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3203A"/>
                </a:solidFill>
              </a:rPr>
              <a:t>Reading the numbers
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• 41,471 rows (14.8%) matched an existing Voysen brand automatically (exact + fuzzy-high).
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• 31,264 rows (11.1%) matched with medium confidence — auto-accepted, but exported to review_queue.csv for optional spot-checking.
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• 228,439 rows became 185,478 brand-new Voysen brands (many retailer rows share the same new brand).
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• 11,050 rows had no usable brand text at all → bucketed under 'Unknown / Unlabeled' rather than dropped.
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• 5,152 new-brand candidates look like product titles, not brands — flagged, not silently trusted.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</a:rPr>
              <a:t>CALIBRATION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Thresholds, chosen deliberately and documented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D8CFB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212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Cosine similarity ≥ 0.83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Auto-match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High confidence — accepted as an existing Voysen brand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Cosine similarity 0.70 – 0.83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Auto-match + flagged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Accepted, but written to review_queue.csv for optional QA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Cosine similarity &lt; 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brand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No credible existing match — becomes a new Voysen brand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Candidate name &gt; 6 words / 60 chars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Non-brand flag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Looks like a product title — reviewed separately, not silently trusted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</a:rPr>
              <a:t>All thresholds live as named constants at the top of match_brands.py — easy to re-tune after a larger labeled sample, no code archaeology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</a:rPr>
              <a:t>LIMITS &amp; 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I'd improve with more time / a labeled sample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0"/>
          </a:xfrm>
          <a:prstGeom prst="line">
            <a:avLst/>
          </a:prstGeom>
          <a:noFill/>
          <a:ln w="12700">
            <a:solidFill>
              <a:srgbClr val="D8CFB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Known 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No compiled fuzzy-matching library available offline (rapidfuzz) — char n-gram TF-IDF is a solid, fast substitute, but exact edit-distance would sharpen borderline cases.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Near-duplicate new-brand clustering only runs below 40k unique names in this environment (memory-bound) — above that, one new brand per unique spelling.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Thresholds calibrated by score-distribution inspection and spot-checks, not a labeled ground truth.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28600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Label ~500 pairs across the confidence bands to fit precision/recall and retune thresholds.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Swap in a proper semantic embedding model for transliterated / non-Latin brand names (JP, KR, AR, RU currently rely on n-grams only).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Feed review_queue.csv and non_brand_review_queue.csv into a lightweight human-in-the-loop UI, not a spreadsheet.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Track brand match rate as an ongoing data-quality KPI, per the platform monitoring goals in the role.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E9EF"/>
                </a:solidFill>
              </a:rPr>
              <a:t>match_brands.py + normalize.py — the executable, documented pipeline (Python, pandas, scikit-learn)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E9EF"/>
                </a:solidFill>
              </a:rPr>
              <a:t>brand_associations.csv — one association per retailer row: (id_brand_voysen, brand_voysen, url_source, source)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E9EF"/>
                </a:solidFill>
              </a:rPr>
              <a:t>voysen_brands_augmented.csv — original 12,153 brands + 185,478 newly created brands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E9EF"/>
                </a:solidFill>
              </a:rPr>
              <a:t>review_queue.csv / non_brand_review_queue.csv — optional QA aids, not required to run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E9EF"/>
                </a:solidFill>
              </a:rPr>
              <a:t>match_report.json — run metrics, thresholds, full auditability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4B"/>
                </a:solidFill>
              </a:rPr>
              <a:t>Thank you — happy to walk through the code and trade-offs live.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2026-09-22T18:54:36Z</dcterms:created>
  <dcterms:modified xsi:type="dcterms:W3CDTF">2026-09-22T18:54:36Z</dcterms:modified>
</cp:coreProperties>
</file>