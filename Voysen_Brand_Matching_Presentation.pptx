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ebp" ContentType="image/webp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00000"/>
                </a:solidFill>
                <a:latin typeface="Arial"/>
              </a:rPr>
              <a:t>Retailer rows by outcome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1320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1F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Exact match</c:v>
                </c:pt>
                <c:pt idx="1">
                  <c:v>Fuzzy — high conf.</c:v>
                </c:pt>
                <c:pt idx="2">
                  <c:v>Fuzzy — review band</c:v>
                </c:pt>
                <c:pt idx="3">
                  <c:v>New brand</c:v>
                </c:pt>
                <c:pt idx="4">
                  <c:v>Unlabeled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1564</c:v>
                </c:pt>
                <c:pt idx="1">
                  <c:v>8643</c:v>
                </c:pt>
                <c:pt idx="2">
                  <c:v>31264</c:v>
                </c:pt>
                <c:pt idx="3">
                  <c:v>228439</c:v>
                </c:pt>
                <c:pt idx="4">
                  <c:v>11050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09-4265-826B-5DFAF160BE0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4DC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5755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4884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Association Engine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63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A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Reconciling the Voysen and retailer brand referentials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74320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5B8"/>
                </a:solidFill>
              </a:rPr>
              <a:t>Technical case: Lead Data Engineer / Data Scientist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509760" y="5989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AA5B8"/>
                </a:solidFill>
              </a:rPr>
              <a:t>Sept 22, 2026</a:t>
            </a:r>
            <a:endParaRPr lang="en-US" sz="13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6CDD08C-474F-8C9E-1453-C95287BD29B3}"/>
              </a:ext>
            </a:extLst>
          </p:cNvPr>
          <p:cNvSpPr txBox="1"/>
          <p:nvPr/>
        </p:nvSpPr>
        <p:spPr>
          <a:xfrm>
            <a:off x="1608268" y="594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5B8"/>
                </a:solidFill>
              </a:rPr>
              <a:t>Ayoub ETOULLALI</a:t>
            </a:r>
            <a:endParaRPr lang="en-US" sz="2000" b="1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352DFD6-D40D-E316-DD4A-BD593B986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61" y="248100"/>
            <a:ext cx="801967" cy="962360"/>
          </a:xfrm>
          <a:prstGeom prst="rect">
            <a:avLst/>
          </a:prstGeom>
        </p:spPr>
      </p:pic>
      <p:pic>
        <p:nvPicPr>
          <p:cNvPr id="10" name="Image 9" descr="Home⎜Voysen">
            <a:extLst>
              <a:ext uri="{FF2B5EF4-FFF2-40B4-BE49-F238E27FC236}">
                <a16:creationId xmlns:a16="http://schemas.microsoft.com/office/drawing/2014/main" id="{55923112-AA7F-445D-F5F8-E099CD34B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154" y="291465"/>
            <a:ext cx="3219485" cy="7170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4B"/>
                </a:solidFill>
              </a:rPr>
              <a:t>THE BRIEF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referentials, one identity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0"/>
          </a:xfrm>
          <a:prstGeom prst="line">
            <a:avLst/>
          </a:prstGeom>
          <a:noFill/>
          <a:ln w="12700">
            <a:solidFill>
              <a:srgbClr val="D8CFB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3203A"/>
                </a:solidFill>
              </a:rPr>
              <a:t>The task
</a:t>
            </a:r>
            <a:endParaRPr lang="en-US" sz="1500" dirty="0"/>
          </a:p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</a:rPr>
              <a:t>Reconcile 280,960 retailer brand rows (78 marketplaces) against 12,153 curated Voysen brands.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3203A"/>
                </a:solidFill>
              </a:rPr>
              <a:t>Two required outcomes
</a:t>
            </a:r>
            <a:endParaRPr lang="en-US" sz="1500" dirty="0"/>
          </a:p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</a:rPr>
              <a:t>1) Match retailer brands to existing Voysen brands.
2) Create a new Voysen brand when no real match exists.
</a:t>
            </a:r>
            <a:endParaRPr lang="en-US" sz="1500" dirty="0"/>
          </a:p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</a:rPr>
              <a:t>Association schema: (id_brand_voysen, brand_voysen, url_source, source), one row per retailer entry.
</a:t>
            </a:r>
            <a:endParaRPr lang="en-US" sz="1500" dirty="0"/>
          </a:p>
          <a:p>
            <a:pPr marL="0" indent="0">
              <a:buNone/>
            </a:pPr>
            <a:r>
              <a:rPr lang="en-US" sz="1350" i="1" dirty="0">
                <a:solidFill>
                  <a:srgbClr val="5B6472"/>
                </a:solidFill>
              </a:rPr>
              <a:t>Constraint: as automated as possible, actually implemented, not just designed.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06640" y="182880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13203A"/>
          </a:solidFill>
          <a:ln w="12700">
            <a:solidFill>
              <a:srgbClr val="1320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</a:rPr>
              <a:t>Why this is hard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2514600"/>
            <a:ext cx="3566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• No shared id between the two worlds
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• Free-text scraped brand fields: casing, accents, legal suffixes, typos, transliteration
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• 280,960 x 12,153 possible pairs = naive fuzzy matching is computationally unrealistic
</a:t>
            </a:r>
            <a:endParaRPr lang="en-US" sz="12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• Many 'brand' fields are actually product titles, not brands at all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4B"/>
                </a:solidFill>
              </a:rPr>
              <a:t>THE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actually reconciling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0"/>
          </a:xfrm>
          <a:prstGeom prst="line">
            <a:avLst/>
          </a:prstGeom>
          <a:noFill/>
          <a:ln w="12700">
            <a:solidFill>
              <a:srgbClr val="D8CF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12,153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4B"/>
                </a:solidFill>
              </a:rPr>
              <a:t>Voysen brands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718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</a:rPr>
              <a:t>Curated, mostly beauty / wellness industry brand names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01168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280,960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4B"/>
                </a:solidFill>
              </a:rPr>
              <a:t>Retailer brand rows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9718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</a:rPr>
              <a:t>Scraped from 78 marketplaces worldwide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0" y="18745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201168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4B"/>
                </a:solidFill>
              </a:rPr>
              <a:t>Retailer sources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9718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</a:rPr>
              <a:t>Amazon (US/ES/IT/TR/BR...), pharmacies, specialty retailers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77640"/>
            <a:ext cx="10881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3203A"/>
                </a:solidFill>
              </a:rPr>
              <a:t>Key data-quality signals found during exploration
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00000"/>
                </a:solidFill>
              </a:rPr>
              <a:t>• A ready-made cleaned column, brand_source_used_for_matching, already exists, used as the primary matching key.
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00000"/>
                </a:solidFill>
              </a:rPr>
              <a:t>• Only ~4 rows missing a brand key; ~1,234 rows differ between the raw and cleaned brand field (translations, symbol stripping).
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00000"/>
                </a:solidFill>
              </a:rPr>
              <a:t>• Voysen's brand universe (skincare/beauty) and the retailer catalogs (general marketplace) overlap only partially by design, a large share of retailer 'brands' will legitimately be new.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4B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three-stage, fully automated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0"/>
          </a:xfrm>
          <a:prstGeom prst="line">
            <a:avLst/>
          </a:prstGeom>
          <a:noFill/>
          <a:ln w="12700">
            <a:solidFill>
              <a:srgbClr val="D8CF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3246120" cy="329184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03A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260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1F2A"/>
                </a:solidFill>
              </a:rPr>
              <a:t>Normalize + exact match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2788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</a:rPr>
              <a:t>Fold accents, case, punctuation, legal suffixes → canonical key. Direct dictionary lookup against Voysen.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0060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3E7C59"/>
                </a:solidFill>
              </a:rPr>
              <a:t>~0.6% of rows, cheap, unambiguous, zero false positives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2103120"/>
            <a:ext cx="3246120" cy="3291840"/>
          </a:xfrm>
          <a:prstGeom prst="roundRect">
            <a:avLst>
              <a:gd name="adj" fmla="val 1690"/>
            </a:avLst>
          </a:prstGeom>
          <a:solidFill>
            <a:srgbClr val="13203A"/>
          </a:solidFill>
          <a:ln w="12700">
            <a:solidFill>
              <a:srgbClr val="1320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331720"/>
            <a:ext cx="457200" cy="45720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03A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29260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</a:rPr>
              <a:t>TF-IDF n-gram similarity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566160"/>
            <a:ext cx="2788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8DCE8"/>
                </a:solidFill>
              </a:rPr>
              <a:t>Character 2-4 gram TF-IDF vectors + batched sparse cosine similarity, a compiled fuzzy-match library wasn't available offline, so this stays vectorized and scales to 280k x 12k.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480060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9A24B"/>
                </a:solidFill>
              </a:rPr>
              <a:t>Catches typos, spacing, partial legal names, transliteration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103120"/>
            <a:ext cx="3246120" cy="329184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4DC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03A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9260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1F2A"/>
                </a:solidFill>
              </a:rPr>
              <a:t>New brand creation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566160"/>
            <a:ext cx="2788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2"/>
                </a:solidFill>
              </a:rPr>
              <a:t>Remaining unmatched names get a fresh sequential id. A data-quality guard flags sentence-like 'brands' (product titles) for review instead of polluting the referential.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480060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3E7C59"/>
                </a:solidFill>
              </a:rPr>
              <a:t>Every row still gets an association, nothing is dropped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4B"/>
                </a:solidFill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every one of the 280,960 rows landed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0"/>
          </a:xfrm>
          <a:prstGeom prst="line">
            <a:avLst/>
          </a:prstGeom>
          <a:noFill/>
          <a:ln w="12700">
            <a:solidFill>
              <a:srgbClr val="D8CFBA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640080" y="1828800"/>
          <a:ext cx="6400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0" y="1920240"/>
            <a:ext cx="42062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3203A"/>
                </a:solidFill>
              </a:rPr>
              <a:t>Reading the numbers
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41,471 rows (14.8%) matched an existing Voysen brand automatically (exact + fuzzy-high).
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31,264 rows (11.1%) matched with medium confidence, auto-accepted, but exported to review_queue.csv for optional spot-checking.
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228,439 rows became 185,478 brand-new Voysen brands (many retailer rows share the same new brand).
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11,050 rows had no usable brand text at all → bucketed under 'Unknown / Unlabeled' rather than dropped.
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• 5,152 new-brand candidates look like product titles, not brands, flagged, not silently trusted.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4B"/>
                </a:solidFill>
              </a:rPr>
              <a:t>CALIBRATION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Thresholds, chosen deliberately and documented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0"/>
          </a:xfrm>
          <a:prstGeom prst="line">
            <a:avLst/>
          </a:prstGeom>
          <a:noFill/>
          <a:ln w="12700">
            <a:solidFill>
              <a:srgbClr val="D8CFBA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419177"/>
              </p:ext>
            </p:extLst>
          </p:nvPr>
        </p:nvGraphicFramePr>
        <p:xfrm>
          <a:off x="640080" y="1920240"/>
          <a:ext cx="10881360" cy="28346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Threshold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Decision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Cosine similarity ≥ 0.83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Auto-match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High confidence, accepted as an existing Voysen brand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Cosine similarity 0.70 – 0.83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Auto-match + flagged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Accepted, but written to review_queue.csv for optional QA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Cosine similarity &lt; 0.70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brand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credible existing match, becomes a new Voysen brand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Candidate name &gt; 6 words / 60 chars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Non-brand flag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Looks like a product title, reviewed separately, not silently trusted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2"/>
                </a:solidFill>
              </a:rPr>
              <a:t>All thresholds live as named constants at the top of match_brands.py, easy to re-tune after a larger labeled sample, no code archaeology required.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4B"/>
                </a:solidFill>
              </a:rPr>
              <a:t>LIMITS &amp; 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I'd improve with more time / a labeled sample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0"/>
          </a:xfrm>
          <a:prstGeom prst="line">
            <a:avLst/>
          </a:prstGeom>
          <a:noFill/>
          <a:ln w="12700">
            <a:solidFill>
              <a:srgbClr val="D8CFB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03A"/>
                </a:solidFill>
              </a:rPr>
              <a:t>Known 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No compiled fuzzy-matching library available offline (</a:t>
            </a:r>
            <a:r>
              <a:rPr lang="en-US" sz="1200" dirty="0" err="1">
                <a:solidFill>
                  <a:srgbClr val="1B1F2A"/>
                </a:solidFill>
              </a:rPr>
              <a:t>rapidfuzz</a:t>
            </a:r>
            <a:r>
              <a:rPr lang="en-US" sz="1200" dirty="0">
                <a:solidFill>
                  <a:srgbClr val="1B1F2A"/>
                </a:solidFill>
              </a:rPr>
              <a:t>), char n-gram TF-IDF is a solid, fast substitute, but exact edit-distance would sharpen borderline cases.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Near-duplicate new-brand clustering only runs below 40k unique names in this environment (memory-bound), above that, one new brand per unique spelling.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Thresholds calibrated by score-distribution inspection and spot-checks, not a labeled ground truth.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03A"/>
                </a:solidFill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28600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Label ~500 pairs across the confidence bands to fit precision/recall and retune thresholds.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Swap in a proper semantic embedding model for transliterated / non-Latin brand names (JP, KR, AR, RU currently rely on n-grams only).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Feed review_queue.csv and non_brand_review_queue.csv into a lightweight human-in-the-loop UI, not a spreadsheet.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Track brand match rate as an ongoing data-quality KPI, per the platform monitoring goals in the role.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10881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9EF"/>
                </a:solidFill>
              </a:rPr>
              <a:t>match_brands.py + normalize.py: the executable, documented pipeline (Python, pandas, scikit-learn)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9EF"/>
                </a:solidFill>
              </a:rPr>
              <a:t>brand_associations.csv: one association per retailer row: (id_brand_voysen, brand_voysen, url_source, source)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9EF"/>
                </a:solidFill>
              </a:rPr>
              <a:t>voysen_brands_augmented.csv: original 12,153 brands + 185,478 newly created brands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9EF"/>
                </a:solidFill>
              </a:rPr>
              <a:t>review_queue.csv / non_brand_review_queue.csv: optional QA aids, not required to run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 err="1">
                <a:solidFill>
                  <a:srgbClr val="E7E9EF"/>
                </a:solidFill>
              </a:rPr>
              <a:t>match_report.json</a:t>
            </a:r>
            <a:r>
              <a:rPr lang="en-US" sz="1350" dirty="0">
                <a:solidFill>
                  <a:srgbClr val="E7E9EF"/>
                </a:solidFill>
              </a:rPr>
              <a:t>: run metrics, thresholds, full auditability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5120640"/>
            <a:ext cx="10881360" cy="0"/>
          </a:xfrm>
          <a:prstGeom prst="line">
            <a:avLst/>
          </a:prstGeom>
          <a:noFill/>
          <a:ln w="12700">
            <a:solidFill>
              <a:srgbClr val="3A45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A24B"/>
                </a:solidFill>
              </a:rPr>
              <a:t>Thank you, happy to walk through the code and trade-offs live.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988</Words>
  <Application>Microsoft Office PowerPoint</Application>
  <PresentationFormat>Grand écran</PresentationFormat>
  <Paragraphs>100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Ayoub ETOULLALI</cp:lastModifiedBy>
  <cp:revision>2</cp:revision>
  <dcterms:created xsi:type="dcterms:W3CDTF">2026-09-22T18:54:36Z</dcterms:created>
  <dcterms:modified xsi:type="dcterms:W3CDTF">2026-09-22T20:32:20Z</dcterms:modified>
</cp:coreProperties>
</file>